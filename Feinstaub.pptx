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2" r:id="rId3"/>
    <p:sldId id="263" r:id="rId4"/>
    <p:sldId id="282" r:id="rId5"/>
    <p:sldId id="258" r:id="rId6"/>
    <p:sldId id="279" r:id="rId7"/>
    <p:sldId id="257" r:id="rId8"/>
    <p:sldId id="259" r:id="rId9"/>
    <p:sldId id="260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1" r:id="rId22"/>
    <p:sldId id="280" r:id="rId23"/>
    <p:sldId id="266" r:id="rId24"/>
    <p:sldId id="281" r:id="rId2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4E3"/>
    <a:srgbClr val="E5F5F7"/>
    <a:srgbClr val="F2E9E6"/>
    <a:srgbClr val="96D7DA"/>
    <a:srgbClr val="11607C"/>
    <a:srgbClr val="324D50"/>
    <a:srgbClr val="CE6060"/>
    <a:srgbClr val="D2C5BC"/>
    <a:srgbClr val="111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CAF17-FE85-4830-B244-2C3D9050AC0D}" type="datetimeFigureOut">
              <a:rPr lang="en-DE" smtClean="0"/>
              <a:t>10/05/2026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A2541-BFD1-430B-A419-79914E0C62C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211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C73-42D5-93A7-7C63-1E07BDBE6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8BDE1-09C2-39F4-328A-13321E3BD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86D-1C24-72D9-5B22-68E1987F8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A37F1-5E19-0D80-221F-E342E188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3B546-0FDC-E64B-3D8C-CD768F642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480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F2A6-1787-B196-0339-502E1A27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4A360-300B-245E-99F4-EF5680998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C1AE8-83FC-063F-0329-65ACF6B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785E-1333-EB7E-FD17-4D3B8047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7F0F9-353C-240A-D0B1-42EEF63A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69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FC01-B0EF-EED4-55C2-FF1D3A10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F358F-879F-027C-C116-7550AB811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27B1D-BA06-8CAE-4ACA-FB437C02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017CE-B10A-8B2E-3386-21DE37D3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AE2E8-C37D-1ECA-B6FA-0FD59A91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433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2591-C088-C70C-1AFC-89229CCF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EC78-CBE4-EC96-EA74-7DDD4AD4D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D32B0-D0AE-6224-591A-6A5DB4452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C85B-0461-A43C-1E7E-712B116FD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5759B-A5FB-D807-BEB3-7B52E157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92329-7AC0-94B4-E912-48174743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5005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80E2-893A-1FB1-D639-4BC906E1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AB050-13FF-1F71-BC66-5B57FF68B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79C8F-C74D-A68E-EB4A-0C44611E9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CC4A7-A7B7-9E2D-0861-94854FE3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805FC-DDEE-2D76-5621-7E4FC8D12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64E0D-1A3E-78BB-E1A6-5A979A0D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FAA47-0DD2-D13A-A53C-A340CA9B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5A07D-9610-DCF1-2386-6703ECB5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158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45D8-3EAF-015F-EBA2-C68DB591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CDE43-7A6B-8476-8919-370953B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A3222-7D0C-260B-F23D-7998EE73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C4BE6-EBD2-F3F1-14A8-D5482462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615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96409-CCFC-18E3-CBAA-1519EE8B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2BE3E-C6E6-A97D-5695-E4C8F850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B0B8E-3FED-13AB-9D10-FEB6610B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029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7D28-D56B-93AE-F060-33690270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ADC3-3E7E-3049-9811-D6E686D60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4F297-0E3F-5B88-7F10-98E9D3286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7CCBA-FB04-564A-78AB-BDEDDBAA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22DFD-E2C5-067D-74F2-E4BC0AF6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22782-EC5D-CBC6-9DB6-67751173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294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F9FA-A0CD-5FAE-662D-535D67A2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FD16D-4E11-146C-05D5-43C7A2CFE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D0AFD-BB23-0EB7-A577-FB8055789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4BE82-168C-20BB-9D86-57852905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D0C65-EDC8-5C2E-7506-43C4DE43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19027-559A-4D13-AC32-1EB7ADD0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202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2772-64EF-A358-D7CD-7F50E715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56485-1BB0-3112-ED18-1B3EB9425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0CB0-8EB0-B420-A837-C6778383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CA2DB-1D09-6A24-1052-551FBC1A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C419-0CDB-2D0E-2145-E739E2F2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30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00A57-0E4D-9E26-7C2B-23B80B602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23206-8707-E2A9-5800-142856238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59F82-F122-0873-BB2E-5B5AFD17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07AD1-CA3A-9312-8A40-9FD3DB4B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6000D-C684-2BF2-1795-13BB681E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551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CAE71-C276-3189-5104-958C5C8C1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FBF42-FE92-CC28-5AE7-F221AEE30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5E4BC-7FA5-3A5C-F8FF-46BF1A4FC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60685-A632-4D17-055F-AB4B5AFDA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Feinstaub-Projekt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8EA7C-8E67-1E85-42ED-C19BA1328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B8FB7-1C2B-4A91-97AE-137A4C47E9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24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734C-4272-4BE0-013D-2B857D398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FEINSTAUB-PROJEKT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DC71A-819C-4011-145E-9BF32DFA4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Dilara Ayhan, Tim-Lukas Dörnbrack, Lucas Kohlstedde, Noel Sauer</a:t>
            </a:r>
          </a:p>
        </p:txBody>
      </p:sp>
    </p:spTree>
    <p:extLst>
      <p:ext uri="{BB962C8B-B14F-4D97-AF65-F5344CB8AC3E}">
        <p14:creationId xmlns:p14="http://schemas.microsoft.com/office/powerpoint/2010/main" val="343690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9DAB-8D43-28C1-9742-552F37C5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ZIEL DES PROJEKTS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3438A-5649-827E-D638-6B2AD13E0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Aufbau einer strukturierten Datenbank zur Speicherung von Messdaten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Wetterdaten und Luftqualitätsdaten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Import großer Mengen vorhandener CSV-Daten in eine SQLite-Datenbank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Arbeitsweise mit Git und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177-CC65-707D-B188-0F204252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3A03-6D28-FBE0-5242-F041E67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4C193-A44C-1863-97FA-7F1DED06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2</a:t>
            </a:fld>
            <a:endParaRPr lang="en-D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7C9627-E4B6-0375-5C4C-7BAFCDC41AF2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39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7CD8-2826-3FC9-76C8-97B47E34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PROJEKTABLAUF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5F1A-8A6B-DFBF-2B19-830B1C96F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noProof="0" dirty="0">
                <a:solidFill>
                  <a:srgbClr val="F2E9E6"/>
                </a:solidFill>
              </a:rPr>
              <a:t>Pflichtenheft</a:t>
            </a:r>
          </a:p>
          <a:p>
            <a:pPr marL="514350" indent="-514350">
              <a:buFont typeface="+mj-lt"/>
              <a:buAutoNum type="arabicPeriod"/>
            </a:pPr>
            <a:r>
              <a:rPr lang="de-DE" noProof="0" dirty="0">
                <a:solidFill>
                  <a:srgbClr val="F2E9E6"/>
                </a:solidFill>
              </a:rPr>
              <a:t>Entity-Relationship- und Relationenmodell</a:t>
            </a:r>
          </a:p>
          <a:p>
            <a:pPr marL="514350" indent="-514350">
              <a:buFont typeface="+mj-lt"/>
              <a:buAutoNum type="arabicPeriod"/>
            </a:pPr>
            <a:r>
              <a:rPr lang="de-DE" noProof="0" dirty="0">
                <a:solidFill>
                  <a:srgbClr val="F2E9E6"/>
                </a:solidFill>
              </a:rPr>
              <a:t>Git-Repository zur Sicherung</a:t>
            </a:r>
          </a:p>
          <a:p>
            <a:pPr marL="514350" indent="-514350">
              <a:buFont typeface="+mj-lt"/>
              <a:buAutoNum type="arabicPeriod"/>
            </a:pPr>
            <a:r>
              <a:rPr lang="de-DE" noProof="0" dirty="0">
                <a:solidFill>
                  <a:srgbClr val="F2E9E6"/>
                </a:solidFill>
              </a:rPr>
              <a:t>SQL-Tabellen mit CREATE TABLE</a:t>
            </a:r>
          </a:p>
          <a:p>
            <a:pPr marL="514350" indent="-514350">
              <a:buFont typeface="+mj-lt"/>
              <a:buAutoNum type="arabicPeriod"/>
            </a:pPr>
            <a:r>
              <a:rPr lang="de-DE" noProof="0" dirty="0">
                <a:solidFill>
                  <a:srgbClr val="F2E9E6"/>
                </a:solidFill>
              </a:rPr>
              <a:t>CSV-Daten für 2023 mit Python-Programm in Datenbank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B802A-D30A-BF3A-727E-8627BA35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E9DAA-9912-C0BE-57E9-2D063AC6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A12B2-29D0-481E-3CAB-D964A6BB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3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7FE40E-6EEE-0AFD-037C-C1B970ECD53F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23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8A2E-CE9F-1376-0E9B-126748D9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25C7-E2B4-3434-1FE3-1C7C4E84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PFLICHTENHEFT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3017-F19B-92F5-B3DE-429A2346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5454B-DE0F-8280-193A-E0C70F05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9AA09-D6EC-E4C0-F720-621278F3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4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5F0718-6BFA-FD42-9331-60160881B220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A64B540-62D2-D284-F32E-20FDFE2B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3" y="1690689"/>
            <a:ext cx="5741348" cy="3121592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9450FC-0DC6-468F-5444-A813F8942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956" y="1690688"/>
            <a:ext cx="4582844" cy="4400139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</p:spTree>
    <p:extLst>
      <p:ext uri="{BB962C8B-B14F-4D97-AF65-F5344CB8AC3E}">
        <p14:creationId xmlns:p14="http://schemas.microsoft.com/office/powerpoint/2010/main" val="59066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0EB7-8812-D41D-D643-3B5ACB5A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DDA1-1A0F-6BC1-4F0C-8E550B4B3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ENTITY-RELATIONSHIP-MODELL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4700-7F05-B5FC-B082-5574D449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1443-7BD8-9D6B-EB4C-2F10EE3E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46643-99CA-AED3-8984-7C78C0B4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5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F40614-B1A5-3030-D584-B4F1081B0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901" y="1690687"/>
            <a:ext cx="4996898" cy="364659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E942EA-B269-F330-6F7D-B6CD5B4CE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22" y="1690687"/>
            <a:ext cx="5126183" cy="364659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791342-CDC4-7379-6C24-8292024F30DF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46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AE54-362F-FE98-3344-AEFBC177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4D75-A1B3-7911-65F1-91F7BDAA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RELATIONENMODELL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8EFF4-43B9-2E7B-BBAA-42776A801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2978" cy="4351338"/>
          </a:xfrm>
        </p:spPr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Auf Basis der ER-Modelle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Keine Verbindungen, da es keine Relationen von air_quality zu weather gibt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E0E38-061A-99DB-944A-86CB70D0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D143D-9F71-2FFD-EB87-E0D56DE0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A5010-F90C-7557-A182-146933CF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6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41EAB-AD0E-FCD9-4287-3000E7458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1" t="27272" r="8660" b="24647"/>
          <a:stretch>
            <a:fillRect/>
          </a:stretch>
        </p:blipFill>
        <p:spPr>
          <a:xfrm rot="5400000">
            <a:off x="4825145" y="3096479"/>
            <a:ext cx="4351339" cy="1809630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34453-F68B-7234-0957-89F4656EFF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35" t="7317" r="19044" b="11498"/>
          <a:stretch>
            <a:fillRect/>
          </a:stretch>
        </p:blipFill>
        <p:spPr>
          <a:xfrm>
            <a:off x="8284394" y="1826440"/>
            <a:ext cx="2408658" cy="4350523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9E89FE-52C6-2227-16CF-74E2106CDE09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69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01F9-7BE9-88CD-7F73-F045E880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GIT-REPOSITORY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EC5E-D107-789B-810C-18B7506F3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5061" cy="4351338"/>
          </a:xfrm>
        </p:spPr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Git-Repository für das Projekt erstellt</a:t>
            </a:r>
          </a:p>
          <a:p>
            <a:r>
              <a:rPr lang="de-DE" dirty="0">
                <a:solidFill>
                  <a:srgbClr val="F2E9E6"/>
                </a:solidFill>
              </a:rPr>
              <a:t>Regelmäßige Sicherung des Arbeitsstands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113A-1CEB-6A59-09A9-5F4520F0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2B2D-2ABC-88B0-D18E-5674CF85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F3669-8286-CEB8-7374-AEC22CCC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7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B93C63-5B61-8E2D-24BB-0DFF4FCDCE98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B5B1330-9AA2-1953-F71E-04D5C654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571" y="1825625"/>
            <a:ext cx="5542229" cy="3455869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</p:spTree>
    <p:extLst>
      <p:ext uri="{BB962C8B-B14F-4D97-AF65-F5344CB8AC3E}">
        <p14:creationId xmlns:p14="http://schemas.microsoft.com/office/powerpoint/2010/main" val="115638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D811-6AE8-854B-6DB4-8D6740C0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ABBE-BD5E-3E39-CC48-7ADDD3D34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SQL-CREATE-TABLE-ANWEISUNGEN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D5FDE7-FFB2-FE9B-8066-4D378535B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253" y="1854777"/>
            <a:ext cx="5832764" cy="4300177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EE34-5E8E-50DC-912F-596DEF64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7FFDB-AA7F-2873-B16A-4F66BF04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0BF2B-DEA4-69E2-9FC5-57584A29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8</a:t>
            </a:fld>
            <a:endParaRPr lang="en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F66579-FC40-A026-6DA1-E5511B186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36" y="1854777"/>
            <a:ext cx="4475016" cy="4294207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345300-B140-D321-EB22-E084B3FBAEA1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19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8B7C-7B7C-05FB-7FBA-2BDDF768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431E-C292-56BB-46FB-6BADF87A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MESSDATEN ALS CSV-DATEIEN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B3DB-CF85-0443-E6C2-FF81A250A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1937" cy="4351338"/>
          </a:xfrm>
        </p:spPr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DHT22</a:t>
            </a:r>
            <a:br>
              <a:rPr lang="de-DE" noProof="0" dirty="0">
                <a:solidFill>
                  <a:srgbClr val="F2E9E6"/>
                </a:solidFill>
              </a:rPr>
            </a:br>
            <a:r>
              <a:rPr lang="de-DE" noProof="0" dirty="0">
                <a:solidFill>
                  <a:srgbClr val="F2E9E6"/>
                </a:solidFill>
              </a:rPr>
              <a:t>-&gt; Wetterdaten</a:t>
            </a:r>
          </a:p>
          <a:p>
            <a:r>
              <a:rPr lang="de-DE" dirty="0">
                <a:solidFill>
                  <a:srgbClr val="F2E9E6"/>
                </a:solidFill>
              </a:rPr>
              <a:t>SDS011</a:t>
            </a:r>
            <a:br>
              <a:rPr lang="de-DE" dirty="0">
                <a:solidFill>
                  <a:srgbClr val="F2E9E6"/>
                </a:solidFill>
              </a:rPr>
            </a:br>
            <a:r>
              <a:rPr lang="de-DE" dirty="0">
                <a:solidFill>
                  <a:srgbClr val="F2E9E6"/>
                </a:solidFill>
              </a:rPr>
              <a:t>-&gt; Luftqualitätsdaten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Große Datenmenge</a:t>
            </a:r>
            <a:br>
              <a:rPr lang="de-DE" noProof="0" dirty="0">
                <a:solidFill>
                  <a:srgbClr val="F2E9E6"/>
                </a:solidFill>
              </a:rPr>
            </a:br>
            <a:r>
              <a:rPr lang="de-DE" noProof="0" dirty="0">
                <a:solidFill>
                  <a:srgbClr val="F2E9E6"/>
                </a:solidFill>
              </a:rPr>
              <a:t>-&gt; automatisierter Import notwendig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45260-81AF-BB88-3810-2DE12D29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FDE62-A0F7-1CDD-58EF-782260B2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FEB0E-3E9A-7D6A-67D4-DB24E05A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9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48496C-0A0E-B320-5187-48AF0F3A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1825625"/>
            <a:ext cx="5753100" cy="1895475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CD164A-1CC8-376E-666C-22D5D7C1F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4240050"/>
            <a:ext cx="5753100" cy="1666244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7FAD84-7130-4765-A9A6-AD3F8F7456CC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825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8086-AC65-7A9E-41A8-185E5BB9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CA85-17FE-C209-266D-FD448802E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3324D-A278-CF46-8EA3-B62F152E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1629" cy="4351338"/>
          </a:xfrm>
        </p:spPr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Python-Skript liest alle CSV-Dateien im Ordner aus</a:t>
            </a:r>
          </a:p>
          <a:p>
            <a:r>
              <a:rPr lang="de-DE" dirty="0">
                <a:solidFill>
                  <a:srgbClr val="F2E9E6"/>
                </a:solidFill>
              </a:rPr>
              <a:t>Erkennt den Sensortyp automatisch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Schreibt DHT22-Daten in weather</a:t>
            </a:r>
          </a:p>
          <a:p>
            <a:r>
              <a:rPr lang="de-DE" dirty="0">
                <a:solidFill>
                  <a:srgbClr val="F2E9E6"/>
                </a:solidFill>
              </a:rPr>
              <a:t>Schreibt SDS011-Daten in air_quality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Verbindung zur SQLite-Datenbank über sqlite3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140FF-0105-7BBD-9B26-A7EADBB9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A496E-8B9F-A9B4-183F-F7C28317D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BEEC-7D0D-8EC7-39E0-49C94CA6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10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28EA5-C2E1-C32B-2515-B64B94D56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990" y="1825625"/>
            <a:ext cx="1251410" cy="4192856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0F95C8-F5D1-6132-ECC7-C8BE33A61C9D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14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C4F9-E09C-2748-B977-C7A777C6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B0F9-6BD4-AB68-0914-C70EC4FC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62EC1-0FA5-7F8B-3E68-3A46089E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ACAC-D7AD-9B6C-DE4F-34337042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1F549-7520-D1F3-D329-465AD2C5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11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7E6A07-986A-1717-7B31-9FB19E763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863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8E8171-4EFC-C1BA-32B5-7D58C812D0C9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754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0790-B9FF-3E0C-53F8-29CF9EC3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39E1-0101-D0E0-15C7-D9F13617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49C88-86F1-86C7-5516-C76BA337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52E9-1C92-5B78-E181-25EA0966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0B58-8CB6-21A0-848F-DD746419B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12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0AF962-17F1-31F1-6E4C-47BC6CDC0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1" b="75122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201463-1468-272F-35A5-CFF143766018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595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01F8-95CC-18E4-065B-84E4D9DD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C4F5-65DF-5A3B-F9E1-E4E1666B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D0B75-5159-7F0C-0455-2FED2B14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7ED01-E2D8-7BA6-C646-D9FD20A3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BB2C-9EAB-F678-42ED-B6261367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13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17E4FA-E68E-2957-89A3-815F92949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9" b="67434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BA169A-A4EF-04D4-86E4-3DB3CAAB05C3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810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D5AC-16F2-3E23-491F-30A21FCB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7F2F-B918-4176-88ED-E07EEFB4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2B54-8E7D-2F2F-F990-740994A6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40C5E-B186-0C8C-A16B-C6766A50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F9F7-0472-440B-DF8A-AD0FC01A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14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0B40FD-A9C8-81EA-D5B3-94FD13CB1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01" b="54162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D00E9F-D741-27AE-CCEE-4CB9F6A558FE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88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B1E4A-63A7-8CA1-0CDE-7DD3D37D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3142-5150-97A4-6809-BEA124F6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8F03E-08EB-3628-DAF3-71B301E8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1235D-ED10-F2D1-B3A5-B8DFDE04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62D-EE1B-C312-8846-AF9AE271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15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CDEC3D-1D08-4A8D-1EDE-DF6756075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39" b="51624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>
            <a:solidFill>
              <a:srgbClr val="F2E9E6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5C481F-DB80-7706-C684-E2A19BCA1AD4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60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4AD24-47B5-F666-17BC-76466367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59BE-CF48-F3BB-791C-6712EA73D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3342A-42B2-EE59-7149-EB75039FA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E3E7-A3CE-5FF4-CC08-FE9F99D1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47ECA-E037-EF14-BC38-0502C77E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16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BF3A4F-2198-E7B9-2A96-3F907F363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70" b="38293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F2E9E6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A303A34-630A-86CC-A14A-49BA42620D6F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945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1852-147C-41D6-9314-6E304276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C02E-F240-5C30-62CE-202FD668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924A-56C2-43CD-7FA4-D78296C8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B393E-C622-7513-CBAB-2C869755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E7A25-5C61-D6A4-25AE-6983A7F9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17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E00702-A463-03CD-40EF-E2BA25404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15" b="33948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4D5093-22C9-7BF0-DD4E-94918E47C8EF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50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126F-1B5D-74F3-E83B-7AD78A7E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45CF-595C-839E-FBF5-71AB4C3D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ACFDE-B966-AAE6-23A0-3994B496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09DFF-10FC-AAE7-4899-1BD04BED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8DCC8-668B-A89C-1C1B-F10ED021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18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538AF8-B748-79F5-BCA7-F9AD48986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28" b="20735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2CB089-E89B-0A54-C526-10539EA1A831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377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1F79-5403-D009-102C-838E94C3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1770-44E8-884A-0DA8-E72454BA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CB8AA-6E9C-1090-8305-5CD8D241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68141-F1CE-47A3-AC0E-FB31A68D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4A904-0FD3-6AC8-3AE8-B467401A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19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BE691A-FA0E-1E3E-95BF-582FC161C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81" b="8682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E5C0A4-FE5C-4285-39E2-27B6CB5EE54C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715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538F-BBA1-6ADE-6CEA-81441CBA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AE7C-9988-E28F-E9C7-F81B4BD5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IMPORT MIT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8DF4-2CF5-7E78-746B-243A4641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9354C-6FE0-A0E3-86F3-FE8EBD5CD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7BCD6-306A-D4B2-86E6-AB0EF919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20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B31A40-61B4-50C8-375D-BE2268CBC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52" b="11"/>
          <a:stretch>
            <a:fillRect/>
          </a:stretch>
        </p:blipFill>
        <p:spPr>
          <a:xfrm>
            <a:off x="838199" y="1690687"/>
            <a:ext cx="10515599" cy="427600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A16B1F3-F171-2B93-A524-033BA743D2FB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923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20586-A7E3-619E-884D-5FCDF88C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0896-0C96-9A8B-A513-81FEDADE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SQL-ABFRAGEN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8857-CE6A-6A09-6606-3707C509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DFECA-5BEA-EB25-2D14-51C1EF8E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8491C-F6A6-5F62-0A95-A6556339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21</a:t>
            </a:fld>
            <a:endParaRPr lang="en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95D014-2E40-F464-7221-2B7B40EE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9552"/>
            <a:ext cx="5592255" cy="1885951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4DED37-F29B-F692-79C7-5BC4D635D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75" y="1779552"/>
            <a:ext cx="4773325" cy="2308554"/>
          </a:xfrm>
          <a:prstGeom prst="rect">
            <a:avLst/>
          </a:prstGeom>
          <a:ln w="19050">
            <a:solidFill>
              <a:srgbClr val="31B4E3"/>
            </a:solidFill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E1FA72-6AD2-AC18-C1B9-6DF4EF414366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165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C5BF6-5873-C731-0BC3-53CDBED6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1CD6-0082-9E36-6742-20130F56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4C65A-8F45-E62A-19F4-A8E1E7BD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Datenbankprojekt von Planung bis Import umgesetzt</a:t>
            </a:r>
          </a:p>
          <a:p>
            <a:r>
              <a:rPr lang="de-DE" dirty="0">
                <a:solidFill>
                  <a:srgbClr val="F2E9E6"/>
                </a:solidFill>
              </a:rPr>
              <a:t>Datenmodellierung, SQL, Git und Python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Grundlage für zukünftige Datenanalysen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30CDE-48BC-E39A-21C7-85635064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BE47A-5E49-1277-C537-976B6A7F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420E7-2106-A7A4-F38B-E94DD338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22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E3ED9A-6683-6BF6-63C2-72528A610A4E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73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7EBB-3690-9923-3254-81B9E3DE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DAS HAT BESONDERS GUT FUNKTIONIERT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D987-0FFA-9A60-6663-13BF251A5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Arbeit bei Vonovia oft mit Tabellen</a:t>
            </a:r>
          </a:p>
          <a:p>
            <a:r>
              <a:rPr lang="de-DE" dirty="0">
                <a:solidFill>
                  <a:srgbClr val="F2E9E6"/>
                </a:solidFill>
              </a:rPr>
              <a:t>SQL und Tabellenstrukturen daher schnell verständlich</a:t>
            </a:r>
          </a:p>
          <a:p>
            <a:r>
              <a:rPr lang="de-DE" noProof="0" dirty="0">
                <a:solidFill>
                  <a:srgbClr val="F2E9E6"/>
                </a:solidFill>
              </a:rPr>
              <a:t>Einfache Tests der SELECT-Abfragen</a:t>
            </a:r>
          </a:p>
          <a:p>
            <a:endParaRPr lang="de-DE" noProof="0" dirty="0">
              <a:solidFill>
                <a:srgbClr val="F2E9E6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CC1CE-E3EF-8557-EAB8-FD409984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A687A-902E-5946-CAEA-889907F9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0EC93-74FD-1F3B-9957-4A75F987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23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BD8B45-4504-1DE9-920D-3D30502B5B88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884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42321-ED14-2942-43F9-CFC0AFBC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19BE-D1EF-9D93-1616-51B4D115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31B4E3"/>
                </a:solidFill>
              </a:rPr>
              <a:t>DAS MACHEN WIR NÄCHSTES MAL BESSER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1ADB0-C2E9-395E-DA08-1D71DF523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>
                <a:solidFill>
                  <a:srgbClr val="F2E9E6"/>
                </a:solidFill>
              </a:rPr>
              <a:t>Importversuche nicht mehr über SQLite Studio</a:t>
            </a:r>
          </a:p>
          <a:p>
            <a:r>
              <a:rPr lang="de-DE" dirty="0">
                <a:solidFill>
                  <a:srgbClr val="F2E9E6"/>
                </a:solidFill>
              </a:rPr>
              <a:t>Direkt mit Python</a:t>
            </a:r>
            <a:endParaRPr lang="de-DE" noProof="0" dirty="0">
              <a:solidFill>
                <a:srgbClr val="F2E9E6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BBDC-FEBA-564A-AB95-9E59590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11. Mai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659F0-B2A1-DF11-3439-953F82CA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Feinstaub-Projekt | Vonovia Villains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3D85D-BD18-AF3A-2039-CC94935B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8FB7-1C2B-4A91-97AE-137A4C47E94A}" type="slidenum">
              <a:rPr lang="en-DE" smtClean="0"/>
              <a:t>24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4F5410-F304-C550-0A4B-9880798AA791}"/>
              </a:ext>
            </a:extLst>
          </p:cNvPr>
          <p:cNvCxnSpPr>
            <a:cxnSpLocks/>
          </p:cNvCxnSpPr>
          <p:nvPr/>
        </p:nvCxnSpPr>
        <p:spPr>
          <a:xfrm>
            <a:off x="838200" y="1508426"/>
            <a:ext cx="10515600" cy="0"/>
          </a:xfrm>
          <a:prstGeom prst="line">
            <a:avLst/>
          </a:prstGeom>
          <a:ln>
            <a:solidFill>
              <a:srgbClr val="31B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2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429</Words>
  <Application>Microsoft Office PowerPoint</Application>
  <PresentationFormat>Widescreen</PresentationFormat>
  <Paragraphs>123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FEINSTAUB-PROJEKT</vt:lpstr>
      <vt:lpstr>ZIEL DES PROJEKTS</vt:lpstr>
      <vt:lpstr>PROJEKTABLAUF</vt:lpstr>
      <vt:lpstr>PFLICHTENHEFT</vt:lpstr>
      <vt:lpstr>ENTITY-RELATIONSHIP-MODELL</vt:lpstr>
      <vt:lpstr>RELATIONENMODELL</vt:lpstr>
      <vt:lpstr>GIT-REPOSITORY</vt:lpstr>
      <vt:lpstr>SQL-CREATE-TABLE-ANWEISUNGEN</vt:lpstr>
      <vt:lpstr>MESSDATEN ALS CSV-DATEIEN</vt:lpstr>
      <vt:lpstr>IMPORT MIT PYTHON</vt:lpstr>
      <vt:lpstr>IMPORT MIT PYTHON</vt:lpstr>
      <vt:lpstr>IMPORT MIT PYTHON</vt:lpstr>
      <vt:lpstr>IMPORT MIT PYTHON</vt:lpstr>
      <vt:lpstr>IMPORT MIT PYTHON</vt:lpstr>
      <vt:lpstr>IMPORT MIT PYTHON</vt:lpstr>
      <vt:lpstr>IMPORT MIT PYTHON</vt:lpstr>
      <vt:lpstr>IMPORT MIT PYTHON</vt:lpstr>
      <vt:lpstr>IMPORT MIT PYTHON</vt:lpstr>
      <vt:lpstr>IMPORT MIT PYTHON</vt:lpstr>
      <vt:lpstr>IMPORT MIT PYTHON</vt:lpstr>
      <vt:lpstr>SQL-ABFRAGEN</vt:lpstr>
      <vt:lpstr>FAZIT</vt:lpstr>
      <vt:lpstr>DAS HAT BESONDERS GUT FUNKTIONIERT</vt:lpstr>
      <vt:lpstr>DAS MACHEN WIR NÄCHSTES MAL BESSER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- Lukas D.</dc:creator>
  <cp:lastModifiedBy>Tim - Lukas D.</cp:lastModifiedBy>
  <cp:revision>8</cp:revision>
  <dcterms:created xsi:type="dcterms:W3CDTF">2026-05-10T07:35:08Z</dcterms:created>
  <dcterms:modified xsi:type="dcterms:W3CDTF">2026-05-10T10:37:29Z</dcterms:modified>
</cp:coreProperties>
</file>